
<file path=[Content_Types].xml><?xml version="1.0" encoding="utf-8"?>
<Types/>
</file>

<file path=ppt/presentation.xml><?xml version="1.0" encoding="utf-8"?>
<p:presentation xmlns:p="p" xmlns:r="r">
  <p:sldIdLst>
    <p:sldId id="257" r:id="rId3"/>
    <p:sldId id="256" r:id="rId2"/>
  </p:sldIdLst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notesSlides/notesSlide1.xml><?xml version="1.0" encoding="utf-8"?>
<p:notes xmlns:a="a" xmlns:p="p">
  <a:p>
    <a:r>
      <a:t>Ricordare il grafico</a:t>
    </a:r>
  </a:p>
  <a:p>
    <a:fld type="slidenum">
      <a:t>2</a:t>
    </a:fld>
  </a:p>
</p:notes>
</file>

<file path=ppt/slides/_rels/slide1.xml.rels><?xml version="1.0"?><Relationships xmlns="http://schemas.openxmlformats.org/package/2006/relationships"><Relationship Id="rId1" Type="http://schemas.openxmlformats.org/officeDocument/2006/relationships/image" Target="../media/image1.png"/><Relationship Id="rId9" Type="http://schemas.openxmlformats.org/officeDocument/2006/relationships/notesSlide" Target="../notesSlides/notesSlide1.xml"/></Relationships>
</file>

<file path=ppt/slides/slide1.xml><?xml version="1.0" encoding="utf-8"?>
<p:sld xmlns:a="a" xmlns:p="p" xmlns:r="r">
  <p:cSld>
    <p:spTree>
      <p:sp>
        <p:txBody>
          <a:p>
            <a:r>
              <a:t>Moto rettilineo</a:t>
            </a:r>
          </a:p>
          <a:p>
            <a:r>
              <a:t>La velocità è costante &amp; l'accelerazione è nulla</a:t>
            </a:r>
          </a:p>
        </p:txBody>
      </p:sp>
      <p:pic>
        <p:blipFill>
          <a:blip r:embed="rId1"/>
        </p:blipFill>
      </p:pic>
    </p:spTree>
  </p:cSld>
</p:sld>
</file>

<file path=ppt/slides/slide2.xml><?xml version="1.0" encoding="utf-8"?>
<p:sld xmlns:a="a" xmlns:p="p" xmlns:r="r">
  <p:cSld>
    <p:spTree>
      <p:sp>
        <p:txBody>
          <a:p>
            <a:r>
              <a:t>Introduzione alla cinematica</a:t>
            </a:r>
          </a:p>
        </p:txBody>
      </p:sp>
    </p:spTree>
  </p:cSld>
</p:sld>
</file>